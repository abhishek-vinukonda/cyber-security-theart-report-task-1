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Build Your Personal Cybersecurity Lab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Task-2 Assignment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a safe cybersecurity practice lab using Kali Linux and a vulnerable target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Attacker Machine: Kali Linux</a:t>
            </a:r>
          </a:p>
          <a:p>
            <a:r>
              <a:t>Target: DVWA or OWASP Juice Shop</a:t>
            </a:r>
          </a:p>
          <a:p>
            <a:r>
              <a:t>Network: NAT + Host-Only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8GB+ RAM</a:t>
            </a:r>
          </a:p>
          <a:p>
            <a:r>
              <a:t>40-60GB Free Space</a:t>
            </a:r>
          </a:p>
          <a:p>
            <a:r>
              <a:t>Virtualization Enabled</a:t>
            </a:r>
          </a:p>
          <a:p>
            <a:r>
              <a:t>VirtualBox/VMware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Install VirtualBox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 VirtualBox and create a Host-Only Network.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Deploy Kali Linux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Kali VM</a:t>
            </a:r>
          </a:p>
          <a:p>
            <a:r>
              <a:t>Assign CPUs and RAM</a:t>
            </a:r>
          </a:p>
          <a:p>
            <a:r>
              <a:t>Configure NAT and Host-Only adapters.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Verify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'ip a' to view IP addresses.</a:t>
            </a:r>
          </a:p>
          <a:p>
            <a:r>
              <a:t>Confirm NAT and Host-Only interfaces.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Vulnerable Target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 OWASP Juice Shop (Docker) or DVWA.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Ping target</a:t>
            </a:r>
          </a:p>
          <a:p>
            <a:r>
              <a:t>Run Nmap scan</a:t>
            </a:r>
          </a:p>
          <a:p>
            <a:r>
              <a:t>Capture screenshots.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Nmap</a:t>
            </a:r>
          </a:p>
          <a:p>
            <a:r>
              <a:t>Burp Suite</a:t>
            </a:r>
          </a:p>
          <a:p>
            <a:r>
              <a:t>Wireshark</a:t>
            </a:r>
          </a:p>
          <a:p>
            <a:r>
              <a:t>Docker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VM List</a:t>
            </a:r>
          </a:p>
          <a:p>
            <a:r>
              <a:t>IP Configuration</a:t>
            </a:r>
          </a:p>
          <a:p>
            <a:r>
              <a:t>Ping/Nmap Results</a:t>
            </a:r>
          </a:p>
          <a:p>
            <a:r>
              <a:t>Burp Suite Screenshots</a:t>
            </a:r>
          </a:p>
          <a:p>
            <a:r>
              <a:t>Wireshark Screenshots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built an isolated cybersecurity lab environment.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