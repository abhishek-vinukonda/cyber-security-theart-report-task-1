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Cybersecurity &amp; Ethical Hacking Task-3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Vulnerability Scanning &amp;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reconnaissance, port scanning, vulnerability identification, assessment workflow,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OWASP Juice Shop / DVWA / Metasploitable2.</a:t>
            </a:r>
          </a:p>
          <a:p>
            <a:r>
              <a:t>Discover assets, enumerate services, identify weaknesses, and document findings.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Scope: Lab systems, scanning, web &amp; network issues.</a:t>
            </a:r>
          </a:p>
          <a:p>
            <a:r>
              <a:t>Out of Scope: Real websites, exploitation, DoS, external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Nmap</a:t>
            </a:r>
          </a:p>
          <a:p>
            <a:r>
              <a:t>Nikto</a:t>
            </a:r>
          </a:p>
          <a:p>
            <a:r>
              <a:t>Dirsearch</a:t>
            </a:r>
          </a:p>
          <a:p>
            <a:r>
              <a:t>OpenVAS/Nessus (Optional)</a:t>
            </a:r>
          </a:p>
          <a:p>
            <a:r>
              <a:t>Burp Suite (Optional)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Network Discovery</a:t>
            </a:r>
          </a:p>
          <a:p>
            <a:r>
              <a:t>2. Port &amp; Service Enumeration</a:t>
            </a:r>
          </a:p>
          <a:p>
            <a:r>
              <a:t>3. Misconfiguration Detection</a:t>
            </a:r>
          </a:p>
          <a:p>
            <a:r>
              <a:t>4. Web Vulnerability Scanning</a:t>
            </a:r>
          </a:p>
          <a:p>
            <a:r>
              <a:t>5. Report Preparation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Nmap scan files</a:t>
            </a:r>
          </a:p>
          <a:p>
            <a:r>
              <a:t>Nikto reports</a:t>
            </a:r>
          </a:p>
          <a:p>
            <a:r>
              <a:t>Dirsearch output</a:t>
            </a:r>
          </a:p>
          <a:p>
            <a:r>
              <a:t>Screenshots</a:t>
            </a:r>
          </a:p>
          <a:p>
            <a:r>
              <a:t>Optional OpenVAS/Nessus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Vulnerability Assessment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Methodology</a:t>
            </a:r>
          </a:p>
          <a:p>
            <a:r>
              <a:t>Technical Findings</a:t>
            </a:r>
          </a:p>
          <a:p>
            <a:r>
              <a:t>Impact Analysis</a:t>
            </a:r>
          </a:p>
          <a:p>
            <a:r>
              <a:t>Risk Rating</a:t>
            </a:r>
          </a:p>
          <a:p>
            <a:r>
              <a:t>Remediation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</a:t>
            </a:r>
          </a:p>
          <a:p>
            <a:r>
              <a:t>High</a:t>
            </a:r>
          </a:p>
          <a:p>
            <a:r>
              <a:t>Medium</a:t>
            </a:r>
          </a:p>
          <a:p>
            <a:r>
              <a:t>Low</a:t>
            </a:r>
          </a:p>
          <a:p>
            <a:r>
              <a:t>Prioritize fixes based on impact and likelihood.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realistic fixes for findings.</a:t>
            </a:r>
          </a:p>
          <a:p>
            <a:r>
              <a:t>Summarize results and recommend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